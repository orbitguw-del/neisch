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1280160"/>
            <a:ext cx="1463040" cy="146304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2103120"/>
            <a:ext cx="27432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874520"/>
            <a:ext cx="274320" cy="640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600200"/>
            <a:ext cx="274320" cy="914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0175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24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STOREY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0" y="42062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Site-operations app for construction contractors in NE India.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0" y="61264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 Roongta  ·  +91 98640 66898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every contractor knows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site = three apps + paper + ₹ leaking everywhere.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20848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groups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5146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photos, status updates — all buried in chat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📓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223760" y="20848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diaries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23760" y="25146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write daily logs; nobody can find them next month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💼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463040" y="34564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Tally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886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money. Does nothing for site operations.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2918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520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223760" y="34564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Excel sheets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3886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labour, expenses — out of sync within a week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463040" y="48280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Sub-contractor disputes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257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promised me 5 lakh." "I said 4." No paper trail.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6634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892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🧱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223760" y="48280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 leakage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5257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 walks off site. Nobody knows where it went.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 ·  +91 98640 66898  ·  Karun Roongta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app. Three layers. Mobile-first.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daily reality of construction in NE India.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4592" cy="1188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OPS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 · Daily logs with photos · Tasks · Materials · Expenses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supervisor's phone, offline-ready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64592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SUB-CONTRACTORS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 · Pay · Track scope · Printable Work Order PDF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389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disputes before they start (mid-June)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64592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983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DATA, YOUR DRIVE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backup to YOUR Google Drive — like Tally's data folder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Tally because it's also cloud + mobile + multi-user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 ·  +91 98640 66898  ·  Karun Roongta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right 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v1.1.6 · Android + web · 12 contractors testing today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84832"/>
            <a:ext cx="502920" cy="50292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Attendance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workers on site, offline-ready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084832"/>
            <a:ext cx="502920" cy="50292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Logs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with date-time stamp burned 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044952"/>
            <a:ext cx="502920" cy="50292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work from contractor → site_manager → supervisor → worker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88036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044952"/>
            <a:ext cx="502920" cy="50292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Materials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receipts, transfers (4-stage), append-only ledger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005072"/>
            <a:ext cx="502920" cy="50292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716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+ return non-consumable assets, maintenance log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384048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005072"/>
            <a:ext cx="502920" cy="50292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323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Expenses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spend with receipts + approval flow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80060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4965192"/>
            <a:ext cx="502920" cy="50292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37160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7160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summaries — labour, materials, expenses, budget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09360" y="480060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4965192"/>
            <a:ext cx="502920" cy="50292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13232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Multi-tenant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3232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data isolation via Postgres RLS, audited twice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 ·  +91 98640 66898  ·  Karun Roongta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Coming in 4 weeks (v1.2)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contractor feedback — shapes what we build by mid-June.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192024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📄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828800" y="2240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Printable Work Order PDF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28800" y="26974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signed sub-contractor agreement.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scope disputes cold.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486400" cy="192024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📊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589520" y="2240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 Budget vs Actual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89520" y="26974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material per site at setup.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deviation live as material flows.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486400" cy="192024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80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👷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1828800" y="4434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Sub-contractor Module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28800" y="48920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with scope + agreed amount.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ledger. Variation orders.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4114800"/>
            <a:ext cx="5486400" cy="192024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480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☁️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7589520" y="4434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Data, Your Drive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89520" y="48920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 to YOUR Google Drive.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Tally-style data sovereignty + cloud.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 ·  +91 98640 66898  ·  Karun Roongta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than Tally — on the dimension contractors care about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still owns your books. Storey owns your operations.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108960" cy="457200"/>
          </a:xfrm>
          <a:prstGeom prst="rect">
            <a:avLst/>
          </a:prstGeom>
          <a:solidFill>
            <a:srgbClr val="B8504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2103120"/>
            <a:ext cx="4023360" cy="457200"/>
          </a:xfrm>
          <a:prstGeom prst="rect">
            <a:avLst/>
          </a:prstGeom>
          <a:solidFill>
            <a:srgbClr val="B8504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2103120"/>
            <a:ext cx="4114800" cy="457200"/>
          </a:xfrm>
          <a:prstGeom prst="rect">
            <a:avLst/>
          </a:prstGeom>
          <a:solidFill>
            <a:srgbClr val="B8504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25603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+ bookkeeping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256032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+ people + material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10896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17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lives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0" y="3017520"/>
            <a:ext cx="402336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3017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PC's hard drive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80960" y="3017520"/>
            <a:ext cx="411480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Google Drive + cloud + phones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0" y="34747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680960" y="347472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310896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0" y="3931920"/>
            <a:ext cx="402336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3931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Server (₹extra)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80960" y="3931920"/>
            <a:ext cx="411480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in, RLS-enforced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3891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389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use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0" y="43891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(desktop)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680960" y="438912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(mobile + auto-sync)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4846320"/>
            <a:ext cx="310896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846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Sub-contractor PDF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0" y="4846320"/>
            <a:ext cx="402336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4846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not built-in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680960" y="4846320"/>
            <a:ext cx="411480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4846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signed Work Order (mid-June)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" y="53035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5303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57600" y="530352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94760" y="5303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680960" y="530352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18120" y="5303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ledger across all modules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 ·  +91 98640 66898  ·  Karun Roongta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way your sites actually 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what they need — nothing more, nothing less.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777240" cy="7772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0876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CONTRACTOR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 · runs the company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21031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everything. Approves expenses + transfers + sub-contractors.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777240" cy="77724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0876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A7BEA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SITE MANAGER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Pranab · oversees 1-3 sites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3154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+ confirms attendance, logs, tasks, transfers daily.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777240" cy="7772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14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50876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Devraaj · runs the day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42062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On-site. Marks attendance, files logs, allocates material, issues equipment.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777240" cy="77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66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508760" y="5166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STORE KEEPER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Biplab · the warehouse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5257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receipts (GRN), transfers between sites.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 ·  +91 98640 66898  ·  Karun Roongta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trust this build today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· real engineering · real data discipline.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5760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94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beta testers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closed Play Store testing right 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65760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194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171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526280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commits in 48 days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 main, deployed continuously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2103120"/>
            <a:ext cx="365760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194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30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8366760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migrations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17 commits explicitly hardening RLS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65760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233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68580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independent RLS audits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 verified twice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931920"/>
            <a:ext cx="365760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0233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100 %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452628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data-sovereignty path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5074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mid-June: daily backup to YOUR Drive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931920"/>
            <a:ext cx="365760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40233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836676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tenants leak data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5074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RLS + role helpers, not app-level guards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 ·  +91 98640 66898  ·  Karun Roongta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— honest and pilot-friendly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30-day trial. Final pricing locks when 5 contractors are paying.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STOREY SOLO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₹500 / month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Single-site specialists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Electricians, plumbers, masons running their own jobs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Self-onboard · minimal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920240"/>
            <a:ext cx="36576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STOREY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₹2,000 – 5,000 / month / site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contractors with site teams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Multi-site, multi-role, full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5029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onboarding · quarterly advisory call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92024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A141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920240"/>
            <a:ext cx="3657600" cy="457200"/>
          </a:xfrm>
          <a:prstGeom prst="rect">
            <a:avLst/>
          </a:prstGeom>
          <a:solidFill>
            <a:srgbClr val="2A1410"/>
          </a:solidFill>
          <a:ln w="12700">
            <a:solidFill>
              <a:srgbClr val="2A14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STOREY ENTERPRISE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2560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0" y="32918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builders, govt-tied work, consortiums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DB, premium support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5029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(when MRR justifies the engineering)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 ·  +91 98640 66898  ·  Karun Roongta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a free trial in 3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from "yes" to "first daily log filed."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50008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500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your Gmail to +91 98640 66898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6974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Gmail you use on your Android phone.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only credential we need.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9167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630168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30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54480" y="35661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add you to Play Store closed testing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97764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an hour, you get an opt-in link.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it on your phone → "Become a tester".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91672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910328"/>
            <a:ext cx="594360" cy="5943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9103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54480" y="4846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· sign in · use 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25780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Play Store → search "Storey" → install.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is one tap.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 ·  +91 98640 66898  ·  Karun Roongta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a contractor, for contractors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Karun Roongta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Storey Infra · Guwahati, Assam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built Storey because I needed it on my own sites and nothing existed that didn't try to make us look like a Bangalore office.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anything breaks, you message me directly on WhatsApp and I reply within 24 hours, usually within one.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want a feature, you tell me. If 3 contractors ask for the same thing, it's in the next release.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2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how it works while I'm building this."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 ·  +91 98640 66898  ·  Karun Roongta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554480"/>
            <a:ext cx="1188720" cy="118872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72138" y="2223135"/>
            <a:ext cx="222885" cy="33432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69318" y="2037398"/>
            <a:ext cx="222885" cy="52006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6498" y="1814513"/>
            <a:ext cx="222885" cy="7429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0175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20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STOREY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0" y="40233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free at storeyinfra.com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0" y="4937760"/>
            <a:ext cx="5788152" cy="82296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937760"/>
            <a:ext cx="5788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Karun  ·  +91 98640 66898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Storey Infra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Storey — pitch deck</dc:title>
  <dc:subject>PptxGenJS Presentation</dc:subject>
  <dc:creator>Karun Roongta</dc:creator>
  <cp:lastModifiedBy>Karun Roongta</cp:lastModifiedBy>
  <cp:revision>1</cp:revision>
  <dcterms:created xsi:type="dcterms:W3CDTF">2026-05-22T06:34:40Z</dcterms:created>
  <dcterms:modified xsi:type="dcterms:W3CDTF">2026-05-22T06:34:40Z</dcterms:modified>
</cp:coreProperties>
</file>