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200400" cy="1828800"/>
  <p:notesSz cx="1828800" cy="320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338328" cy="338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6459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03504" y="4572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OPERATIONS · GUWAHATI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82880" y="8412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Arijit Sarmah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92024" y="111556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880" y="1371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 +91 99786 70073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" y="157276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2608"/>
            <a:ext cx="1243584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02336"/>
            <a:ext cx="1024128" cy="10241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save contact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554480" y="10241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camera at the code — your phone adds the contact.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554480" y="150876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2026-06-12T02:22:42Z</dcterms:created>
  <dcterms:modified xsi:type="dcterms:W3CDTF">2026-06-12T02:22:42Z</dcterms:modified>
</cp:coreProperties>
</file>