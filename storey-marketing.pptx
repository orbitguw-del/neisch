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554480"/>
            <a:ext cx="4754880" cy="4754880"/>
          </a:xfrm>
          <a:prstGeom prst="ellipse">
            <a:avLst/>
          </a:prstGeom>
          <a:solidFill>
            <a:srgbClr val="B85042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108960"/>
            <a:ext cx="2926080" cy="2926080"/>
          </a:xfrm>
          <a:prstGeom prst="ellipse">
            <a:avLst/>
          </a:prstGeom>
          <a:solidFill>
            <a:srgbClr val="A7BEAE">
              <a:alpha val="12000"/>
            </a:srgbClr>
          </a:solidFill>
          <a:ln/>
        </p:spPr>
      </p:sp>
      <p:pic>
        <p:nvPicPr>
          <p:cNvPr id="4" name="Image 0" descr="app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66928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572768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STOREY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0" y="243230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500" kern="0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CONSTRUCTION, ORGANISED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977640" y="2907792"/>
            <a:ext cx="118872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054096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8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site-management app built for construction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8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 in Northeast India.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286000" y="4041648"/>
            <a:ext cx="4572000" cy="512064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286000" y="404164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during beta  ·  fair pricing at launch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a site the hard way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contractors still juggle three things that never talk to each other.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841248" cy="84124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580" y="2140428"/>
            <a:ext cx="437449" cy="437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907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paper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3273552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and wages live in a register that tears, fades and travels off-site.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4700" y="1627632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4740" y="1938528"/>
            <a:ext cx="841248" cy="84124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640" y="2140428"/>
            <a:ext cx="437449" cy="4374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7308" y="2907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memory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07308" y="3273552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stock is guessed — until something runs out in the middle of a pour.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1627632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938528"/>
            <a:ext cx="841248" cy="84124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700" y="2140428"/>
            <a:ext cx="437449" cy="4374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3368" y="2907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in chat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73368" y="3273552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 and site updates get buried in endless WhatsApp threads.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44988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Storey replaces all three with one simple app.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 for the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 site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Storey puts workers, materials, daily progress, expenses and reports in one place — on the phone that is already in every supervisor’s pocket.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101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327355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in 2 minutes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307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369417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an office computer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5137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9264" y="41148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site, every day, in sync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532120" y="932688"/>
            <a:ext cx="3383280" cy="3383280"/>
          </a:xfrm>
          <a:prstGeom prst="ellipse">
            <a:avLst/>
          </a:prstGeom>
          <a:solidFill>
            <a:srgbClr val="E7E8D1">
              <a:alpha val="65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5989320" y="566928"/>
            <a:ext cx="2560320" cy="4023360"/>
          </a:xfrm>
          <a:prstGeom prst="roundRect">
            <a:avLst>
              <a:gd name="adj" fmla="val 12143"/>
            </a:avLst>
          </a:prstGeom>
          <a:solidFill>
            <a:srgbClr val="2C1810"/>
          </a:solidFill>
          <a:ln/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135624" y="713232"/>
            <a:ext cx="2267712" cy="3730752"/>
          </a:xfrm>
          <a:prstGeom prst="roundRect">
            <a:avLst>
              <a:gd name="adj" fmla="val 9677"/>
            </a:avLst>
          </a:prstGeom>
          <a:solidFill>
            <a:srgbClr val="F4F2E9"/>
          </a:solidFill>
          <a:ln/>
        </p:spPr>
      </p:sp>
      <p:pic>
        <p:nvPicPr>
          <p:cNvPr id="14" name="Image 3" descr="app-icon-5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978408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89320" y="1527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STOREY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300216" y="1984248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7E1D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409944" y="2075688"/>
            <a:ext cx="237744" cy="23774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Shape 12"/>
          <p:cNvSpPr/>
          <p:nvPr/>
        </p:nvSpPr>
        <p:spPr>
          <a:xfrm>
            <a:off x="6757416" y="2121408"/>
            <a:ext cx="1005840" cy="137160"/>
          </a:xfrm>
          <a:prstGeom prst="roundRect">
            <a:avLst>
              <a:gd name="adj" fmla="val 46667"/>
            </a:avLst>
          </a:prstGeom>
          <a:solidFill>
            <a:srgbClr val="D8D2C6"/>
          </a:solidFill>
          <a:ln/>
        </p:spPr>
      </p:sp>
      <p:sp>
        <p:nvSpPr>
          <p:cNvPr id="19" name="Shape 13"/>
          <p:cNvSpPr/>
          <p:nvPr/>
        </p:nvSpPr>
        <p:spPr>
          <a:xfrm>
            <a:off x="6300216" y="2551176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7E1D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9944" y="2642616"/>
            <a:ext cx="237744" cy="237744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1" name="Shape 15"/>
          <p:cNvSpPr/>
          <p:nvPr/>
        </p:nvSpPr>
        <p:spPr>
          <a:xfrm>
            <a:off x="6757416" y="2688336"/>
            <a:ext cx="1005840" cy="137160"/>
          </a:xfrm>
          <a:prstGeom prst="roundRect">
            <a:avLst>
              <a:gd name="adj" fmla="val 46667"/>
            </a:avLst>
          </a:prstGeom>
          <a:solidFill>
            <a:srgbClr val="D8D2C6"/>
          </a:solidFill>
          <a:ln/>
        </p:spPr>
      </p:sp>
      <p:sp>
        <p:nvSpPr>
          <p:cNvPr id="22" name="Shape 16"/>
          <p:cNvSpPr/>
          <p:nvPr/>
        </p:nvSpPr>
        <p:spPr>
          <a:xfrm>
            <a:off x="6300216" y="3118104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7E1D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9944" y="3209544"/>
            <a:ext cx="237744" cy="23774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Shape 18"/>
          <p:cNvSpPr/>
          <p:nvPr/>
        </p:nvSpPr>
        <p:spPr>
          <a:xfrm>
            <a:off x="6757416" y="3255264"/>
            <a:ext cx="1005840" cy="137160"/>
          </a:xfrm>
          <a:prstGeom prst="roundRect">
            <a:avLst>
              <a:gd name="adj" fmla="val 46667"/>
            </a:avLst>
          </a:prstGeom>
          <a:solidFill>
            <a:srgbClr val="D8D2C6"/>
          </a:solidFill>
          <a:ln/>
        </p:spPr>
      </p:sp>
      <p:sp>
        <p:nvSpPr>
          <p:cNvPr id="25" name="Shape 19"/>
          <p:cNvSpPr/>
          <p:nvPr/>
        </p:nvSpPr>
        <p:spPr>
          <a:xfrm>
            <a:off x="6300216" y="3685032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7E1D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9944" y="3776472"/>
            <a:ext cx="237744" cy="237744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7" name="Shape 21"/>
          <p:cNvSpPr/>
          <p:nvPr/>
        </p:nvSpPr>
        <p:spPr>
          <a:xfrm>
            <a:off x="6757416" y="3822192"/>
            <a:ext cx="1005840" cy="137160"/>
          </a:xfrm>
          <a:prstGeom prst="roundRect">
            <a:avLst>
              <a:gd name="adj" fmla="val 46667"/>
            </a:avLst>
          </a:prstGeom>
          <a:solidFill>
            <a:srgbClr val="D8D2C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the site needs — in one place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6384" y="1426464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92" y="1584472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08176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 &amp; wages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6384" y="20391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attendance, auto-calculate daily wages.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14700" y="1170432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52444" y="1426464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452" y="1584472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20540" y="1408176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&amp; stock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52444" y="20391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inventory, receipts and transfers.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0760" y="1170432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18504" y="1426464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512" y="1584472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1408176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logs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18504" y="20391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progress, weather and site issues.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2798064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86384" y="3054096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92" y="3212104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0358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expenses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86384" y="36667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expenses with a manager approval flow.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314700" y="2798064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552444" y="3054096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452" y="3212104"/>
            <a:ext cx="342351" cy="3423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20540" y="30358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on your phone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552444" y="36667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payroll and cost reports, instantly.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080760" y="2798064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18504" y="3054096"/>
            <a:ext cx="658368" cy="65836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512" y="3212104"/>
            <a:ext cx="342351" cy="34235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86600" y="30358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+ site photos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18504" y="36667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no signal; snap photos on site.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Northeast India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generic tool — shaped around how contractors here actually work.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264" y="16642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amount in ₹ — wages, expenses and budgets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95728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9264" y="23225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trades you hire — mason, carpenter, bar-bender, helper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54096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9264" y="29809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patchy 2G/3G — a full offline mode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712464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9264" y="36393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Shaped with contractors in Assam, Meghalaya, Nagaland &amp; Manipur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5989320" y="1325880"/>
            <a:ext cx="2743200" cy="2743200"/>
          </a:xfrm>
          <a:prstGeom prst="ellipse">
            <a:avLst/>
          </a:prstGeom>
          <a:solidFill>
            <a:srgbClr val="A7BEAE">
              <a:alpha val="45000"/>
            </a:srgbClr>
          </a:solidFill>
          <a:ln/>
        </p:spPr>
      </p:sp>
      <p:sp>
        <p:nvSpPr>
          <p:cNvPr id="13" name="Shape 7"/>
          <p:cNvSpPr/>
          <p:nvPr/>
        </p:nvSpPr>
        <p:spPr>
          <a:xfrm>
            <a:off x="6446520" y="1783080"/>
            <a:ext cx="1828800" cy="18288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4" name="Shape 8"/>
          <p:cNvSpPr/>
          <p:nvPr/>
        </p:nvSpPr>
        <p:spPr>
          <a:xfrm>
            <a:off x="6793992" y="2130552"/>
            <a:ext cx="1133856" cy="113385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386584"/>
            <a:ext cx="58521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for your whole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sees exactly what they need — nothing more.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2651760"/>
          </a:xfrm>
          <a:prstGeom prst="roundRect">
            <a:avLst>
              <a:gd name="adj" fmla="val 5366"/>
            </a:avLst>
          </a:prstGeom>
          <a:solidFill>
            <a:srgbClr val="F4F2E9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938528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950" y="2118482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4944" y="3163824"/>
            <a:ext cx="1581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company — every site, report and approval.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28900" y="1691640"/>
            <a:ext cx="1874520" cy="2651760"/>
          </a:xfrm>
          <a:prstGeom prst="roundRect">
            <a:avLst>
              <a:gd name="adj" fmla="val 5366"/>
            </a:avLst>
          </a:prstGeom>
          <a:solidFill>
            <a:srgbClr val="F4F2E9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91256" y="1938528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210" y="2118482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28900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Manager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775204" y="3163824"/>
            <a:ext cx="1581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assigned sites, approves expenses &amp; transfers.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9160" y="1691640"/>
            <a:ext cx="1874520" cy="2651760"/>
          </a:xfrm>
          <a:prstGeom prst="roundRect">
            <a:avLst>
              <a:gd name="adj" fmla="val 5366"/>
            </a:avLst>
          </a:prstGeom>
          <a:solidFill>
            <a:srgbClr val="F4F2E9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71516" y="1938528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470" y="2118482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55464" y="3163824"/>
            <a:ext cx="1581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attendance and files the daily log.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89420" y="1691640"/>
            <a:ext cx="1874520" cy="2651760"/>
          </a:xfrm>
          <a:prstGeom prst="roundRect">
            <a:avLst>
              <a:gd name="adj" fmla="val 5366"/>
            </a:avLst>
          </a:prstGeom>
          <a:solidFill>
            <a:srgbClr val="F4F2E9"/>
          </a:solidFill>
          <a:ln w="12700">
            <a:solidFill>
              <a:srgbClr val="E7E1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51776" y="1938528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730" y="2118482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89420" y="2788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Keeper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935724" y="3163824"/>
            <a:ext cx="1581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material receipts, stock and equipment.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B85042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while we build it.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8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Storey is completely free during the beta. When it launches on Google Play, pricing will be simple and fair — built for small contractors, not enterprises.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BETA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app, every feature, no card needed.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246888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3C2A20"/>
          </a:solidFill>
          <a:ln w="12700">
            <a:solidFill>
              <a:srgbClr val="5A44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7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LAUNCH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monthly plan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Contractor-friendly pricing. No surprises.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041648"/>
            <a:ext cx="5760720" cy="566928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87952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80160" y="404164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free trial — message us on WhatsApp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840480" cy="3840480"/>
          </a:xfrm>
          <a:prstGeom prst="ellipse">
            <a:avLst/>
          </a:prstGeom>
          <a:solidFill>
            <a:srgbClr val="B8504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3108960"/>
            <a:ext cx="3108960" cy="3108960"/>
          </a:xfrm>
          <a:prstGeom prst="ellipse">
            <a:avLst/>
          </a:prstGeom>
          <a:solidFill>
            <a:srgbClr val="A7BEAE">
              <a:alpha val="12000"/>
            </a:srgbClr>
          </a:solidFill>
          <a:ln/>
        </p:spPr>
      </p:sp>
      <p:pic>
        <p:nvPicPr>
          <p:cNvPr id="4" name="Image 0" descr="app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9601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7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STOREY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2670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Construction, organised.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23360" y="3154680"/>
            <a:ext cx="10972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747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9584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 +91 98640 66898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85876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29584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storeyinfra.com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242816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29584" y="4224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help@storeyinfra.com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Storey — Construction, Organised</dc:title>
  <dc:subject>PptxGenJS Presentation</dc:subject>
  <dc:creator>Storey</dc:creator>
  <cp:lastModifiedBy>Storey</cp:lastModifiedBy>
  <cp:revision>1</cp:revision>
  <dcterms:created xsi:type="dcterms:W3CDTF">2026-05-18T11:19:47Z</dcterms:created>
  <dcterms:modified xsi:type="dcterms:W3CDTF">2026-05-18T11:19:47Z</dcterms:modified>
</cp:coreProperties>
</file>