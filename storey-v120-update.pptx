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"/>
            <a:ext cx="5143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45920" y="685800"/>
            <a:ext cx="1851660" cy="384048"/>
          </a:xfrm>
          <a:prstGeom prst="roundRect">
            <a:avLst>
              <a:gd name="adj" fmla="val 42857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685800"/>
            <a:ext cx="18516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NEW UPDATE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4119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Reports,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exports,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WhatsApp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44119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asked for. Now live in v1.2.0.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4572000"/>
            <a:ext cx="4411980" cy="274320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6817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new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5248656"/>
            <a:ext cx="347472" cy="34747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248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5449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consumption, tasks — one 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5815584"/>
            <a:ext cx="347472" cy="34747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5815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5760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EXPORT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6016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any report in one tap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6382512"/>
            <a:ext cx="347472" cy="34747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382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6327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SHARE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6583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site summary to client instantly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6949440"/>
            <a:ext cx="347472" cy="34747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949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8992" y="6894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71506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presets, brands, work types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7498080"/>
            <a:ext cx="441198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7498080"/>
            <a:ext cx="44119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now  ·  storeyinfra.com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65760" y="8412480"/>
            <a:ext cx="441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 ·  +91 98640 66898  ·  WhatsApp 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8933688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v1.2.0 update</dc:title>
  <dc:subject>PptxGenJS Presentation</dc:subject>
  <dc:creator>PptxGenJS</dc:creator>
  <cp:lastModifiedBy>PptxGenJS</cp:lastModifiedBy>
  <cp:revision>1</cp:revision>
  <dcterms:created xsi:type="dcterms:W3CDTF">2026-05-23T07:58:38Z</dcterms:created>
  <dcterms:modified xsi:type="dcterms:W3CDTF">2026-05-23T07:58:38Z</dcterms:modified>
</cp:coreProperties>
</file>