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3200400" cy="1828800"/>
  <p:notesSz cx="1828800" cy="320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" y="182880"/>
            <a:ext cx="338328" cy="3383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64592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spc="200" kern="0" dirty="0">
                <a:solidFill>
                  <a:srgbClr val="FFFF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STOREY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03504" y="4572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OPERATIONS · GUWAHATI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182880" y="841248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Karun Roongta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192024" y="111556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82880" y="1371600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 +91 98640 66898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2880" y="157276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help@storeyinfra.com   ·   storeyinfra.com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7E8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2608"/>
            <a:ext cx="1243584" cy="1243584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402336"/>
            <a:ext cx="1024128" cy="10241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114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 to save my number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1554480" y="1024128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your camera at the code — your phone adds me as a contact.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554480" y="1508760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7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storeyinfra.com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2026-06-12T01:53:24Z</dcterms:created>
  <dcterms:modified xsi:type="dcterms:W3CDTF">2026-06-12T01:53:24Z</dcterms:modified>
</cp:coreProperties>
</file>