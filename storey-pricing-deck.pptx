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0" kern="0" dirty="0">
                <a:solidFill>
                  <a:srgbClr val="B850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STOREY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32720" y="914400"/>
            <a:ext cx="1371600" cy="137160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Plans &amp; Pricing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66928" y="3383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free. Pay only when it pays you back.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4937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Site-operations built for contractors in Northeast India.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storeyinfra.com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12648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Karun · +91 98640 66898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plans. Pick your size.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shown per month, one site. Three-site plans on the next slide.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206240"/>
          </a:xfrm>
          <a:prstGeom prst="roundRect">
            <a:avLst>
              <a:gd name="adj" fmla="val 3896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spc="300" kern="0" dirty="0">
                <a:solidFill>
                  <a:srgbClr val="B850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FREE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one site, on your own.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₹0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841248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forever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5303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user · 1 site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1600200"/>
            <a:ext cx="3520440" cy="4206240"/>
          </a:xfrm>
          <a:prstGeom prst="roundRect">
            <a:avLst>
              <a:gd name="adj" fmla="val 3896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828800"/>
            <a:ext cx="548640" cy="54864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257800" y="1874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spc="300" kern="0" dirty="0">
                <a:solidFill>
                  <a:srgbClr val="B850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STANDARD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17720" y="25146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team. One site.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17720" y="32918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₹999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4636008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17720" y="5303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whole team · 1 site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1600200"/>
            <a:ext cx="3520440" cy="4206240"/>
          </a:xfrm>
          <a:prstGeom prst="roundRect">
            <a:avLst>
              <a:gd name="adj" fmla="val 3896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66760" y="1828800"/>
            <a:ext cx="548640" cy="54864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22" name="Text 20"/>
          <p:cNvSpPr/>
          <p:nvPr/>
        </p:nvSpPr>
        <p:spPr>
          <a:xfrm>
            <a:off x="836676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052560" y="1874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spc="300" kern="0" dirty="0">
                <a:solidFill>
                  <a:srgbClr val="B850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412480" y="25146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+ sub-contractors.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412480" y="32918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₹1,999</a:t>
            </a:r>
            <a:endParaRPr lang="en-US" sz="5600" dirty="0"/>
          </a:p>
        </p:txBody>
      </p:sp>
      <p:sp>
        <p:nvSpPr>
          <p:cNvPr id="26" name="Text 24"/>
          <p:cNvSpPr/>
          <p:nvPr/>
        </p:nvSpPr>
        <p:spPr>
          <a:xfrm>
            <a:off x="8430768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12480" y="5303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· sub-contractors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storeyinfra.com · Karun · +91 98640 66898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costs</a:t>
            </a:r>
            <a:endParaRPr lang="en-US" sz="4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057400"/>
                <a:gridCol w="2057400"/>
                <a:gridCol w="2057400"/>
                <a:gridCol w="205740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7E8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4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7E8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site / mo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4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7E8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sites / mo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4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7E8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site / yr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4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7E8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sites / yr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41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spc="200" kern="0" dirty="0">
                          <a:solidFill>
                            <a:srgbClr val="B85042"/>
                          </a:solidFill>
                          <a:latin typeface="Impact" pitchFamily="34" charset="0"/>
                          <a:ea typeface="Impact" pitchFamily="34" charset="-122"/>
                          <a:cs typeface="Impact" pitchFamily="34" charset="-120"/>
                        </a:rPr>
                        <a:t>FREE</a:t>
                      </a:r>
                      <a:endParaRPr lang="en-US" sz="1800" dirty="0">
                        <a:latin typeface="Impact" charset="0"/>
                        <a:ea typeface="Impact" charset="0"/>
                        <a:cs typeface="Impac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2A141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₹0</a:t>
                      </a:r>
                      <a:endParaRPr lang="en-US" sz="2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2A141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—</a:t>
                      </a:r>
                      <a:endParaRPr lang="en-US" sz="2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2A141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—</a:t>
                      </a:r>
                      <a:endParaRPr lang="en-US" sz="2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2A141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—</a:t>
                      </a:r>
                      <a:endParaRPr lang="en-US" sz="2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spc="200" kern="0" dirty="0">
                          <a:solidFill>
                            <a:srgbClr val="B85042"/>
                          </a:solidFill>
                          <a:latin typeface="Impact" pitchFamily="34" charset="0"/>
                          <a:ea typeface="Impact" pitchFamily="34" charset="-122"/>
                          <a:cs typeface="Impact" pitchFamily="34" charset="-120"/>
                        </a:rPr>
                        <a:t>STANDARD</a:t>
                      </a:r>
                      <a:endParaRPr lang="en-US" sz="1800" dirty="0">
                        <a:latin typeface="Impact" charset="0"/>
                        <a:ea typeface="Impact" charset="0"/>
                        <a:cs typeface="Impac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2A141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₹999</a:t>
                      </a:r>
                      <a:endParaRPr lang="en-US" sz="2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2A141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₹2,499</a:t>
                      </a:r>
                      <a:endParaRPr lang="en-US" sz="2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2A141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₹9,990</a:t>
                      </a:r>
                      <a:endParaRPr lang="en-US" sz="2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2A141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₹24,990</a:t>
                      </a:r>
                      <a:endParaRPr lang="en-US" sz="2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spc="200" kern="0" dirty="0">
                          <a:solidFill>
                            <a:srgbClr val="B85042"/>
                          </a:solidFill>
                          <a:latin typeface="Impact" pitchFamily="34" charset="0"/>
                          <a:ea typeface="Impact" pitchFamily="34" charset="-122"/>
                          <a:cs typeface="Impact" pitchFamily="34" charset="-120"/>
                        </a:rPr>
                        <a:t>PRO</a:t>
                      </a:r>
                      <a:endParaRPr lang="en-US" sz="1800" dirty="0">
                        <a:latin typeface="Impact" charset="0"/>
                        <a:ea typeface="Impact" charset="0"/>
                        <a:cs typeface="Impac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B8504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₹1,999</a:t>
                      </a:r>
                      <a:endParaRPr lang="en-US" sz="2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B8504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₹4,999</a:t>
                      </a:r>
                      <a:endParaRPr lang="en-US" sz="2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B8504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₹19,990</a:t>
                      </a:r>
                      <a:endParaRPr lang="en-US" sz="2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B8504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₹49,990</a:t>
                      </a:r>
                      <a:endParaRPr lang="en-US" sz="2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5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3 sites: +₹799 per site.   Yearly = pay for 10 months — 2 months free.</a:t>
            </a:r>
            <a:endParaRPr lang="en-US" sz="1800" dirty="0"/>
          </a:p>
        </p:txBody>
      </p:sp>
      <p:sp>
        <p:nvSpPr>
          <p:cNvPr id="5" name="Text 26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storeyinfra.com · Karun · +91 98640 66898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in each plan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4480560"/>
          </a:xfrm>
          <a:prstGeom prst="roundRect">
            <a:avLst>
              <a:gd name="adj" fmla="val 3896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1645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spc="300" kern="0" dirty="0">
                <a:solidFill>
                  <a:srgbClr val="B850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FREE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" y="2194560"/>
            <a:ext cx="30632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logs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stock entry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user · 1 site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43400" y="1463040"/>
            <a:ext cx="3520440" cy="4480560"/>
          </a:xfrm>
          <a:prstGeom prst="roundRect">
            <a:avLst>
              <a:gd name="adj" fmla="val 3896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9432" y="1645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spc="300" kern="0" dirty="0">
                <a:solidFill>
                  <a:srgbClr val="B850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STANDARD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99432" y="2194560"/>
            <a:ext cx="30632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Free, plus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whole team — manager, supervisor, store keeper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receipt from vendor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transfer between sites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0" y="1463040"/>
            <a:ext cx="3520440" cy="4480560"/>
          </a:xfrm>
          <a:prstGeom prst="roundRect">
            <a:avLst>
              <a:gd name="adj" fmla="val 3896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94192" y="1645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spc="300" kern="0" dirty="0">
                <a:solidFill>
                  <a:srgbClr val="B850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0241280" y="1673352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0" y="167335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soon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94192" y="2194560"/>
            <a:ext cx="30632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Standard, plus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Sub-contractors &amp; payments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Work Order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backup to your Drive</a:t>
            </a:r>
            <a:endParaRPr lang="en-US" sz="1400" dirty="0"/>
          </a:p>
        </p:txBody>
      </p:sp>
      <p:sp>
        <p:nvSpPr>
          <p:cNvPr id="14" name="Text 26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storeyinfra.com · Karun · +91 98640 66898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640080"/>
            <a:ext cx="1554480" cy="155448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 for 10 months.</a:t>
            </a:r>
            <a:endParaRPr lang="en-US" sz="6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it for 12.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66928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yearly and get two months free.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4747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pay per site — your whole team is included.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40233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charge per person. Add as many supervisors and store keepers as you need.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4983480"/>
            <a:ext cx="4114800" cy="868680"/>
          </a:xfrm>
          <a:prstGeom prst="roundRect">
            <a:avLst>
              <a:gd name="adj" fmla="val 494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98348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storeyinfra.com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Karun · +91 98640 66898 · WhatsApp us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Storey — Plans &amp; Pricing</dc:title>
  <dc:subject>PptxGenJS Presentation</dc:subject>
  <dc:creator>PptxGenJS</dc:creator>
  <cp:lastModifiedBy>PptxGenJS</cp:lastModifiedBy>
  <cp:revision>1</cp:revision>
  <dcterms:created xsi:type="dcterms:W3CDTF">2026-06-01T09:50:11Z</dcterms:created>
  <dcterms:modified xsi:type="dcterms:W3CDTF">2026-06-01T09:50:11Z</dcterms:modified>
</cp:coreProperties>
</file>