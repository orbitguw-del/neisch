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235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50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7724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4008"/>
            <a:ext cx="7562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spc="1200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0" y="475488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● APP IN BETA TESTING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646480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feature</a:t>
            </a:r>
            <a:endParaRPr lang="en-US" sz="6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ready.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6464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modules. One app. Built for contractors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Northeast India — open for beta testing now.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6464808" cy="3200400"/>
          </a:xfrm>
          <a:prstGeom prst="roundRect">
            <a:avLst>
              <a:gd name="adj" fmla="val 5714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4754880"/>
            <a:ext cx="457200" cy="45720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47091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500176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workers on site. Works offline.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4754880"/>
            <a:ext cx="457200" cy="45720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80560" y="47091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MATERIALS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500176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transfers, ledger — append-only.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5715000"/>
            <a:ext cx="457200" cy="45720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715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25880" y="56692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DAILY LOGS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596188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with date-time burned in.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31920" y="5715000"/>
            <a:ext cx="457200" cy="45720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5715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480560" y="56692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596188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down the chain. Track every delay.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6675120"/>
            <a:ext cx="457200" cy="45720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6675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25880" y="66294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EXPENSES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69220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Receipts, approvals, site-wise totals.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31920" y="6675120"/>
            <a:ext cx="457200" cy="45720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6675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480560" y="66294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80560" y="69220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for every site, every day.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7690" y="8147304"/>
            <a:ext cx="6464808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8092440"/>
            <a:ext cx="6464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the beta in 2 steps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868680" y="8613648"/>
            <a:ext cx="347472" cy="34747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8613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25880" y="857707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783080" y="857707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storeyinfra.com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68680" y="9098280"/>
            <a:ext cx="347472" cy="34747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9098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325880" y="90617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us from your email at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023360" y="9061704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help@storeyinfra.com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48640" y="9528048"/>
            <a:ext cx="6464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 add you to the Play Store closed-testing list.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" y="9738360"/>
            <a:ext cx="6464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from the Gmail / Google account you use on Android</a:t>
            </a:r>
            <a:r>
              <a:rPr lang="en-US" sz="1000" i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10012680"/>
            <a:ext cx="6464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  ·  +91 98640 66898  ·  WhatsApp us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48640" y="10469880"/>
            <a:ext cx="82296" cy="8229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0" y="10469880"/>
            <a:ext cx="82296" cy="8229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4400" y="10469880"/>
            <a:ext cx="82296" cy="8229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97280" y="10469880"/>
            <a:ext cx="82296" cy="8229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80160" y="10469880"/>
            <a:ext cx="82296" cy="8229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63040" y="10469880"/>
            <a:ext cx="82296" cy="82296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149</Words>
  <Application>Microsoft Office PowerPoint</Application>
  <PresentationFormat>Custom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Georgia</vt:lpstr>
      <vt:lpstr>Impact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Storey — Feature ready · Beta open</dc:title>
  <dc:subject>PptxGenJS Presentation</dc:subject>
  <dc:creator>PptxGenJS</dc:creator>
  <cp:lastModifiedBy>KARUN ROONGTA</cp:lastModifiedBy>
  <cp:revision>2</cp:revision>
  <dcterms:created xsi:type="dcterms:W3CDTF">2026-05-20T06:53:55Z</dcterms:created>
  <dcterms:modified xsi:type="dcterms:W3CDTF">2026-05-20T07:37:18Z</dcterms:modified>
</cp:coreProperties>
</file>