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5143500" cy="91440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1645920" cy="292608"/>
          </a:xfrm>
          <a:prstGeom prst="rect">
            <a:avLst>
              <a:gd name="adj" fmla="val 37500"/>
            </a:avLst>
          </a:prstGeom>
          <a:solidFill>
            <a:srgbClr val="E7E8D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4434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Steel comes in </a:t>
            </a:r>
            <a:pPr indent="0" marL="0">
              <a:buNone/>
            </a:pPr>
            <a:r>
              <a:rPr lang="en-US" sz="3600" b="1" dirty="0">
                <a:solidFill>
                  <a:srgbClr val="E7E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tons</a:t>
            </a:r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Mistry issues in 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E7E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pieces</a:t>
            </a:r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2194560"/>
            <a:ext cx="4434840" cy="914400"/>
          </a:xfrm>
          <a:prstGeom prst="roundRect">
            <a:avLst>
              <a:gd name="adj" fmla="val 10000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28600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TON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874520" y="228600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 pcs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337560" y="228600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11480" y="276148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B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BILL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74520" y="276148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B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SITE (12MM)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37560" y="276148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B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STOCK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329184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7E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 delivery pe physical count. Time waste, galti bhi hoti hai.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E7E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Month-end pe register kabhi match nahi karta.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0" y="4069080"/>
            <a:ext cx="51435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4123944"/>
            <a:ext cx="2400300" cy="210312"/>
          </a:xfrm>
          <a:prstGeom prst="rect">
            <a:avLst>
              <a:gd name="adj" fmla="val 43478"/>
            </a:avLst>
          </a:prstGeom>
          <a:solidFill>
            <a:srgbClr val="2A141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STOREY KA ANSWER  ↓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4389120"/>
            <a:ext cx="5143500" cy="4754880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526280"/>
            <a:ext cx="914400" cy="274320"/>
          </a:xfrm>
          <a:prstGeom prst="rect">
            <a:avLst>
              <a:gd name="adj" fmla="val 33333"/>
            </a:avLst>
          </a:prstGeom>
          <a:solidFill>
            <a:srgbClr val="2A141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5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4937760"/>
            <a:ext cx="4434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Receive in tons.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Issue in pieces.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tracks both.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365760" y="6355080"/>
            <a:ext cx="443484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6473952"/>
            <a:ext cx="310896" cy="310896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4739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" y="642823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delivers — </a:t>
            </a:r>
            <a:pPr indent="0" marL="0">
              <a:buNone/>
            </a:pPr>
            <a:r>
              <a:rPr lang="en-US" sz="11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in tons or kg. App auto-converts using IS 1786 (1 ton 12mm ≈ 94 pcs).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7013448"/>
            <a:ext cx="443484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7132320"/>
            <a:ext cx="310896" cy="310896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71323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8680" y="70866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Mistry issues on site — </a:t>
            </a:r>
            <a:pPr indent="0" marL="0">
              <a:buNone/>
            </a:pPr>
            <a:r>
              <a:rPr lang="en-US" sz="11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in pieces. App deducts both pieces and kg automatically.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7671816"/>
            <a:ext cx="443484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7790688"/>
            <a:ext cx="310896" cy="310896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7790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8680" y="774496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physical count — </a:t>
            </a:r>
            <a:pPr indent="0" marL="0">
              <a:buNone/>
            </a:pPr>
            <a:r>
              <a:rPr lang="en-US" sz="11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shows variance. Under 5% = normal. Above = investigate.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8330184"/>
            <a:ext cx="443484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8449056"/>
            <a:ext cx="310896" cy="310896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84490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68680" y="840333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 register matches — </a:t>
            </a:r>
            <a:pPr indent="0" marL="0">
              <a:buNone/>
            </a:pPr>
            <a:r>
              <a:rPr lang="en-US" sz="11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two-hour reconciliation. No guesswork.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8641080"/>
            <a:ext cx="4434840" cy="0"/>
          </a:xfrm>
          <a:prstGeom prst="line">
            <a:avLst/>
          </a:prstGeom>
          <a:noFill/>
          <a:ln w="6350">
            <a:solidFill>
              <a:srgbClr val="6B57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877824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87782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500" kern="0" dirty="0">
                <a:solidFill>
                  <a:srgbClr val="B850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STOREY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77240" y="896112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B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OPERATIONS · GUWAHATI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743200" y="873252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Karun Roongta
</a:t>
            </a:r>
            <a:pPr algn="r" indent="0" marL="0">
              <a:buNone/>
            </a:pPr>
            <a:r>
              <a:rPr lang="en-US" sz="10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+91 98640 66898</a:t>
            </a:r>
            <a:endParaRPr lang="en-US" sz="11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storeyinfra.com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Storey — Rod tracking problem</dc:title>
  <dc:subject>PptxGenJS Presentation</dc:subject>
  <dc:creator>PptxGenJS</dc:creator>
  <cp:lastModifiedBy>PptxGenJS</cp:lastModifiedBy>
  <cp:revision>1</cp:revision>
  <dcterms:created xsi:type="dcterms:W3CDTF">2026-06-22T11:40:58Z</dcterms:created>
  <dcterms:modified xsi:type="dcterms:W3CDTF">2026-06-22T11:40:58Z</dcterms:modified>
</cp:coreProperties>
</file>