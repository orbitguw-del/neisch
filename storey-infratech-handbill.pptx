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330952" cy="7562088"/>
  <p:notesSz cx="7562088" cy="5330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5330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spc="6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STOREY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0" y="841248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OPERATIONS · BUILT IN GUWAHATI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0" y="1188720"/>
            <a:ext cx="5330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your sites.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your phone.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74320" y="2331720"/>
            <a:ext cx="4782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· Materials · Daily logs · Reports — one app.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2788920"/>
            <a:ext cx="3502152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834640"/>
            <a:ext cx="3502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during launch beta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127248"/>
            <a:ext cx="3502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card. Start today. Your data stays yours.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3520440"/>
            <a:ext cx="4782312" cy="2148840"/>
          </a:xfrm>
          <a:prstGeom prst="roundRect">
            <a:avLst>
              <a:gd name="adj" fmla="val 5106"/>
            </a:avLst>
          </a:prstGeom>
          <a:solidFill>
            <a:srgbClr val="E7E8D1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611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contractors pick Storey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7200" y="4023360"/>
            <a:ext cx="274320" cy="27432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41248" y="39867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SITE — not per user   </a:t>
            </a:r>
            <a:pPr indent="0" marL="0">
              <a:buNone/>
            </a:pPr>
            <a:r>
              <a:rPr lang="en-US" sz="1000" dirty="0">
                <a:solidFill>
                  <a:srgbClr val="4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whole team works on it. No per-head charges.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425696"/>
            <a:ext cx="274320" cy="27432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425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1248" y="4389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NE-India sites   </a:t>
            </a:r>
            <a:pPr indent="0" marL="0">
              <a:buNone/>
            </a:pPr>
            <a:r>
              <a:rPr lang="en-US" sz="1000" dirty="0">
                <a:solidFill>
                  <a:srgbClr val="4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 old phone, patchy 4G, offline too.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828032"/>
            <a:ext cx="274320" cy="27432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828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41248" y="47914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the cement went   </a:t>
            </a:r>
            <a:pPr indent="0" marL="0">
              <a:buNone/>
            </a:pPr>
            <a:r>
              <a:rPr lang="en-US" sz="1000" dirty="0">
                <a:solidFill>
                  <a:srgbClr val="4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in, issued, transferred — every bag tracked.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5230368"/>
            <a:ext cx="274320" cy="27432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41248" y="51937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on WhatsApp   </a:t>
            </a:r>
            <a:pPr indent="0" marL="0">
              <a:buNone/>
            </a:pPr>
            <a:r>
              <a:rPr lang="en-US" sz="1000" dirty="0">
                <a:solidFill>
                  <a:srgbClr val="4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+ spend, one tap to your phone.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74320" y="5806440"/>
            <a:ext cx="478231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43600"/>
            <a:ext cx="685800" cy="6858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234440" y="5989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the app — scan with your phone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12344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· Android   ·   storeyinfra.com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0" y="6858000"/>
            <a:ext cx="5330952" cy="704088"/>
          </a:xfrm>
          <a:prstGeom prst="rect">
            <a:avLst/>
          </a:prstGeom>
          <a:solidFill>
            <a:srgbClr val="9A3F33"/>
          </a:solidFill>
          <a:ln/>
        </p:spPr>
      </p:sp>
      <p:sp>
        <p:nvSpPr>
          <p:cNvPr id="29" name="Text 25"/>
          <p:cNvSpPr/>
          <p:nvPr/>
        </p:nvSpPr>
        <p:spPr>
          <a:xfrm>
            <a:off x="274320" y="6903720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the founder — Karun · WhatsApp +91 98640 66898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274320" y="7205472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help@storeyinfra.com   ·   InfraTech Summit — come say hello at the Storey booth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2026-06-11T11:57:47Z</dcterms:created>
  <dcterms:modified xsi:type="dcterms:W3CDTF">2026-06-11T11:57:47Z</dcterms:modified>
</cp:coreProperties>
</file>