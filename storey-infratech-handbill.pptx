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330952" cy="7562088"/>
  <p:notesSz cx="7562088" cy="5330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"/>
            <a:ext cx="5330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spc="600" kern="0" dirty="0">
                <a:solidFill>
                  <a:srgbClr val="FFFFFF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STOREY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0" y="841248"/>
            <a:ext cx="5330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OPERATIONS · BUILT IN GUWAHATI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1188720"/>
            <a:ext cx="5330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your sites.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your phone.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74320" y="2331720"/>
            <a:ext cx="47823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Materials · Daily logs · Reports — one app.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788920"/>
            <a:ext cx="3502152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34640"/>
            <a:ext cx="3502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during launch beta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127248"/>
            <a:ext cx="35021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card. Start today. Your data stays yours.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3520440"/>
            <a:ext cx="4782312" cy="2148840"/>
          </a:xfrm>
          <a:prstGeom prst="roundRect">
            <a:avLst>
              <a:gd name="adj" fmla="val 5106"/>
            </a:avLst>
          </a:prstGeom>
          <a:solidFill>
            <a:srgbClr val="E7E8D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6118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contractors pick Storey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274320" cy="27432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0233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398678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SITE — not per user   </a:t>
            </a:r>
            <a:pPr indent="0" marL="0">
              <a:buNone/>
            </a:pPr>
            <a:r>
              <a:rPr lang="en-US" sz="1000" dirty="0">
                <a:solidFill>
                  <a:srgbClr val="4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whole team works on it. No per-head charges.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425696"/>
            <a:ext cx="274320" cy="27432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4256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" y="4389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for NE-India sites   </a:t>
            </a:r>
            <a:pPr indent="0" marL="0">
              <a:buNone/>
            </a:pPr>
            <a:r>
              <a:rPr lang="en-US" sz="1000" dirty="0">
                <a:solidFill>
                  <a:srgbClr val="4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 old phone, patchy 4G, offline too.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28032"/>
            <a:ext cx="274320" cy="27432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280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" y="479145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where the cement went   </a:t>
            </a:r>
            <a:pPr indent="0" marL="0">
              <a:buNone/>
            </a:pPr>
            <a:r>
              <a:rPr lang="en-US" sz="1000" dirty="0">
                <a:solidFill>
                  <a:srgbClr val="4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in, issued, transferred — every bag tracked.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230368"/>
            <a:ext cx="274320" cy="274320"/>
          </a:xfrm>
          <a:prstGeom prst="ellipse">
            <a:avLst/>
          </a:prstGeom>
          <a:solidFill>
            <a:srgbClr val="A7BEAE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" y="5193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on WhatsApp   </a:t>
            </a:r>
            <a:pPr indent="0" marL="0">
              <a:buNone/>
            </a:pPr>
            <a:r>
              <a:rPr lang="en-US" sz="1000" dirty="0">
                <a:solidFill>
                  <a:srgbClr val="4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attendance + spend, one tap to your phone.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5806440"/>
            <a:ext cx="478231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43600"/>
            <a:ext cx="685800" cy="6858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234440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4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the app — scan with your phone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2344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· Android   ·   storeyinfra.com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0" y="6858000"/>
            <a:ext cx="5330952" cy="704088"/>
          </a:xfrm>
          <a:prstGeom prst="rect">
            <a:avLst/>
          </a:prstGeom>
          <a:solidFill>
            <a:srgbClr val="9A3F33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" y="6903720"/>
            <a:ext cx="4782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the founder — Karun · WhatsApp +91 98640 66898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74320" y="7205472"/>
            <a:ext cx="4782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help@storeyinfra.com   ·   InfraTech Summit — come say hello at the Storey booth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2026-06-11T11:40:24Z</dcterms:created>
  <dcterms:modified xsi:type="dcterms:W3CDTF">2026-06-11T11:40:24Z</dcterms:modified>
</cp:coreProperties>
</file>