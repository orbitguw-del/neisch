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776472" cy="5330952"/>
  <p:notesSz cx="5330952" cy="377647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210312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25603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STOREY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31520" y="6583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INFRATECH SUMMIT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0" y="1097280"/>
            <a:ext cx="3776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Want more info?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65760" y="169164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→ download the pack &amp; WhatsApp Karun in one tap.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331720"/>
            <a:ext cx="2770632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960120" y="2468880"/>
            <a:ext cx="1856232" cy="320040"/>
          </a:xfrm>
          <a:prstGeom prst="roundRect">
            <a:avLst>
              <a:gd name="adj" fmla="val 51429"/>
            </a:avLst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478024"/>
            <a:ext cx="18562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PACK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62072"/>
            <a:ext cx="1947672" cy="19476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4617720"/>
            <a:ext cx="3776472" cy="713232"/>
          </a:xfrm>
          <a:prstGeom prst="rect">
            <a:avLst/>
          </a:prstGeom>
          <a:solidFill>
            <a:srgbClr val="9A3F33"/>
          </a:solidFill>
          <a:ln/>
        </p:spPr>
      </p:sp>
      <p:sp>
        <p:nvSpPr>
          <p:cNvPr id="12" name="Text 8"/>
          <p:cNvSpPr/>
          <p:nvPr/>
        </p:nvSpPr>
        <p:spPr>
          <a:xfrm>
            <a:off x="27432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Karun · Founder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74320" y="49560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+91 98640 66898   ·   storeyinfra.com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2026-06-14T03:09:35Z</dcterms:created>
  <dcterms:modified xsi:type="dcterms:W3CDTF">2026-06-14T03:09:35Z</dcterms:modified>
</cp:coreProperties>
</file>