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776472" cy="5330952"/>
  <p:notesSz cx="5330952" cy="377647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" y="210312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3232" y="256032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spc="400" kern="0" dirty="0">
                <a:solidFill>
                  <a:srgbClr val="FFFFFF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STOREY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65836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INFRATECH SUMMIT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0" y="1097280"/>
            <a:ext cx="3776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Want more info?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365760" y="1691640"/>
            <a:ext cx="30449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— we'll send the Storey pack to your WhatsApp.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2331720"/>
            <a:ext cx="2770632" cy="219456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960120" y="2468880"/>
            <a:ext cx="1856232" cy="320040"/>
          </a:xfrm>
          <a:prstGeom prst="roundRect">
            <a:avLst>
              <a:gd name="adj" fmla="val 51429"/>
            </a:avLst>
          </a:prstGeom>
          <a:solidFill>
            <a:srgbClr val="25D366"/>
          </a:solidFill>
          <a:ln/>
        </p:spPr>
      </p:sp>
      <p:sp>
        <p:nvSpPr>
          <p:cNvPr id="9" name="Text 6"/>
          <p:cNvSpPr/>
          <p:nvPr/>
        </p:nvSpPr>
        <p:spPr>
          <a:xfrm>
            <a:off x="960120" y="2478024"/>
            <a:ext cx="185623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WHATSAPP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862072"/>
            <a:ext cx="1947672" cy="194767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0" y="4617720"/>
            <a:ext cx="3776472" cy="713232"/>
          </a:xfrm>
          <a:prstGeom prst="rect">
            <a:avLst/>
          </a:prstGeom>
          <a:solidFill>
            <a:srgbClr val="9A3F33"/>
          </a:solidFill>
          <a:ln/>
        </p:spPr>
      </p:sp>
      <p:sp>
        <p:nvSpPr>
          <p:cNvPr id="12" name="Text 8"/>
          <p:cNvSpPr/>
          <p:nvPr/>
        </p:nvSpPr>
        <p:spPr>
          <a:xfrm>
            <a:off x="274320" y="46634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Karun · Founder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274320" y="495604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+91 98640 66898   ·   storeyinfra.com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2026-06-13T16:25:38Z</dcterms:created>
  <dcterms:modified xsi:type="dcterms:W3CDTF">2026-06-13T16:25:38Z</dcterms:modified>
</cp:coreProperties>
</file>