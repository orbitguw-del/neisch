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34640"/>
            <a:ext cx="12192000" cy="6400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02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ConsNE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Site Management Platform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Northeast India Contractors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 Manipur  Meghalaya  Nagaland  Mizoram  Tripura  Arunachal Pradesh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1874520" cy="502920"/>
          </a:xfrm>
          <a:prstGeom prst="rect">
            <a:avLst>
              <a:gd name="adj" fmla="val 12727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17520" y="3566160"/>
            <a:ext cx="1874520" cy="502920"/>
          </a:xfrm>
          <a:prstGeom prst="rect">
            <a:avLst>
              <a:gd name="adj" fmla="val 12727"/>
            </a:avLst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20640" y="3566160"/>
            <a:ext cx="1874520" cy="502920"/>
          </a:xfrm>
          <a:prstGeom prst="rect">
            <a:avLst>
              <a:gd name="adj" fmla="val 12727"/>
            </a:avLst>
          </a:prstGeom>
          <a:solidFill>
            <a:srgbClr val="A16207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Manager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23760" y="3566160"/>
            <a:ext cx="1874520" cy="502920"/>
          </a:xfrm>
          <a:prstGeom prst="rect">
            <a:avLst>
              <a:gd name="adj" fmla="val 12727"/>
            </a:avLst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26880" y="3566160"/>
            <a:ext cx="1874520" cy="502920"/>
          </a:xfrm>
          <a:prstGeom prst="rect">
            <a:avLst>
              <a:gd name="adj" fmla="val 12727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Keeper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4251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5-Role RBAC  |  Multi-Tenant  |  Supabase RLS  |  React 18 + Vite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ConsNE?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 SaaS platform that helps construction firms in NE India manage sites, workers, materials, and daily progress from a single dashboard.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3520440" cy="1051560"/>
          </a:xfrm>
          <a:prstGeom prst="rect">
            <a:avLst>
              <a:gd name="adj" fmla="val 6087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219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logs in notebooks — no backup, no search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1783080"/>
            <a:ext cx="3520440" cy="1051560"/>
          </a:xfrm>
          <a:prstGeom prst="rect">
            <a:avLst>
              <a:gd name="adj" fmla="val 6087"/>
            </a:avLst>
          </a:prstGeom>
          <a:solidFill>
            <a:srgbClr val="FEF3C7"/>
          </a:solidFill>
          <a:ln w="15240">
            <a:solidFill>
              <a:srgbClr val="A162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8745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Budget Visibility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22219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costs in Excel, always outdated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18120" y="1783080"/>
            <a:ext cx="3520440" cy="1051560"/>
          </a:xfrm>
          <a:prstGeom prst="rect">
            <a:avLst>
              <a:gd name="adj" fmla="val 6087"/>
            </a:avLst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18745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Chaos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0" y="22219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attendance; wage disputes common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40280" y="3017520"/>
            <a:ext cx="3520440" cy="1051560"/>
          </a:xfrm>
          <a:prstGeom prst="rect">
            <a:avLst>
              <a:gd name="adj" fmla="val 6087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31089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Stock-outs Mid-Project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345643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Cement/steel runs out due to poor tracking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3017520"/>
            <a:ext cx="3520440" cy="1051560"/>
          </a:xfrm>
          <a:prstGeom prst="rect">
            <a:avLst>
              <a:gd name="adj" fmla="val 6087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1089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345643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everything — no role separation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251960"/>
            <a:ext cx="11247120" cy="548640"/>
          </a:xfrm>
          <a:prstGeom prst="rect">
            <a:avLst>
              <a:gd name="adj" fmla="val 13333"/>
            </a:avLst>
          </a:prstGeom>
          <a:solidFill>
            <a:srgbClr val="0284C7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251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ConsNE solves all of this — digitally, in INR, for NE India contractors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5-Role Access Control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gets exactly the access their job requires — no more, no less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148840" cy="3154680"/>
          </a:xfrm>
          <a:prstGeom prst="rect">
            <a:avLst>
              <a:gd name="adj" fmla="val 340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2148840" cy="685800"/>
          </a:xfrm>
          <a:prstGeom prst="rect">
            <a:avLst>
              <a:gd name="adj" fmla="val 10667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08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 Baruah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78608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View all tenants &amp; companies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Platform KPIs &amp; analytics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 tenant restriction (RLS bypass)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Manage any 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24328" y="1508760"/>
            <a:ext cx="2148840" cy="3154680"/>
          </a:xfrm>
          <a:prstGeom prst="rect">
            <a:avLst>
              <a:gd name="adj" fmla="val 3404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24328" y="1508760"/>
            <a:ext cx="2148840" cy="685800"/>
          </a:xfrm>
          <a:prstGeom prst="rect">
            <a:avLst>
              <a:gd name="adj" fmla="val 10667"/>
            </a:avLst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2624328" y="1508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4328" y="18745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company only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15768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Rajiv Nath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15768" y="2578608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 &amp; manage all sites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Hire workers, track budgets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Assign team members to sites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View all reports &amp; logs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28616" y="1508760"/>
            <a:ext cx="2148840" cy="3154680"/>
          </a:xfrm>
          <a:prstGeom prst="rect">
            <a:avLst>
              <a:gd name="adj" fmla="val 3404"/>
            </a:avLst>
          </a:prstGeom>
          <a:solidFill>
            <a:srgbClr val="FEF3C7"/>
          </a:solidFill>
          <a:ln w="19050">
            <a:solidFill>
              <a:srgbClr val="A1620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28616" y="1508760"/>
            <a:ext cx="2148840" cy="685800"/>
          </a:xfrm>
          <a:prstGeom prst="rect">
            <a:avLst>
              <a:gd name="adj" fmla="val 10667"/>
            </a:avLst>
          </a:prstGeom>
          <a:solidFill>
            <a:srgbClr val="A16207"/>
          </a:solidFill>
          <a:ln/>
        </p:spPr>
      </p:sp>
      <p:sp>
        <p:nvSpPr>
          <p:cNvPr id="20" name="Text 18"/>
          <p:cNvSpPr/>
          <p:nvPr/>
        </p:nvSpPr>
        <p:spPr>
          <a:xfrm>
            <a:off x="4928616" y="1508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Manager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28616" y="18745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sites only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0056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Pranab Gogoi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0056" y="2578608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Manage workers on assigned sites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Update materials &amp; inventory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 daily progress logs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Cannot see other sites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32904" y="1508760"/>
            <a:ext cx="2148840" cy="3154680"/>
          </a:xfrm>
          <a:prstGeom prst="rect">
            <a:avLst>
              <a:gd name="adj" fmla="val 3404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32904" y="1508760"/>
            <a:ext cx="2148840" cy="685800"/>
          </a:xfrm>
          <a:prstGeom prst="rect">
            <a:avLst>
              <a:gd name="adj" fmla="val 10667"/>
            </a:avLst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232904" y="1508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32904" y="18745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sites only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24344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Merina Devi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24344" y="2578608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 daily logs &amp; attendance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View workers on assigned site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Cannot manage materials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Cannot create sites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537192" y="1508760"/>
            <a:ext cx="2148840" cy="3154680"/>
          </a:xfrm>
          <a:prstGeom prst="rect">
            <a:avLst>
              <a:gd name="adj" fmla="val 3404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37192" y="1508760"/>
            <a:ext cx="2148840" cy="685800"/>
          </a:xfrm>
          <a:prstGeom prst="rect">
            <a:avLst>
              <a:gd name="adj" fmla="val 10667"/>
            </a:avLst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9537192" y="1508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Keeper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537192" y="18745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sites only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628632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Biplab Das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28632" y="2578608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Track material inventory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Set reorder thresholds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Low-stock alerts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Cannot manage workers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Platform Workflow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691640" cy="16916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6187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1168" y="192024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2011680"/>
            <a:ext cx="5029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286000" y="1188720"/>
            <a:ext cx="1691640" cy="16916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126187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212848" y="192024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2011680"/>
            <a:ext cx="5029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297680" y="1188720"/>
            <a:ext cx="1691640" cy="1691640"/>
          </a:xfrm>
          <a:prstGeom prst="ellipse">
            <a:avLst/>
          </a:prstGeom>
          <a:solidFill>
            <a:srgbClr val="A16207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26187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24528" y="192024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011680"/>
            <a:ext cx="5029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6309360" y="1188720"/>
            <a:ext cx="1691640" cy="1691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26187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36208" y="192024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2011680"/>
            <a:ext cx="5029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8321040" y="1188720"/>
            <a:ext cx="1691640" cy="1691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26187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247888" y="192024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0" y="2011680"/>
            <a:ext cx="5029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0332720" y="1188720"/>
            <a:ext cx="1691640" cy="1691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332720" y="126187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0259568" y="192024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Filed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246120"/>
            <a:ext cx="3566160" cy="1417320"/>
          </a:xfrm>
          <a:prstGeom prst="rect">
            <a:avLst>
              <a:gd name="adj" fmla="val 4516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3101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Phase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9768" y="363931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Sign up =&gt; auto profile created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 tenant company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construction sites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Set budget + timeline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23360" y="3246120"/>
            <a:ext cx="3566160" cy="1417320"/>
          </a:xfrm>
          <a:prstGeom prst="rect">
            <a:avLst>
              <a:gd name="adj" fmla="val 4516"/>
            </a:avLst>
          </a:prstGeom>
          <a:solidFill>
            <a:srgbClr val="FEF3C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33088" y="33101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Phase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33088" y="363931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Invite site_manager / supervisor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Invite store_keeper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Assign each to specific sites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Role-based access activated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26680" y="3246120"/>
            <a:ext cx="3566160" cy="1417320"/>
          </a:xfrm>
          <a:prstGeom prst="rect">
            <a:avLst>
              <a:gd name="adj" fmla="val 4516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36408" y="33101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Phase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36408" y="363931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Workers added per site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Materials stocked + reorder set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Daily logs filed each evening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Low-stock alerts triggered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Dashboard — Rajiv Nath (BuildNE)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company overview — sites, budget, team, and quick actions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06040" cy="1005840"/>
          </a:xfrm>
          <a:prstGeom prst="rect">
            <a:avLst>
              <a:gd name="adj" fmla="val 7273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727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0756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508760"/>
            <a:ext cx="2606040" cy="1005840"/>
          </a:xfrm>
          <a:prstGeom prst="rect">
            <a:avLst>
              <a:gd name="adj" fmla="val 7273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5727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154680" y="20756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Sites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1508760"/>
            <a:ext cx="2606040" cy="1005840"/>
          </a:xfrm>
          <a:prstGeom prst="rect">
            <a:avLst>
              <a:gd name="adj" fmla="val 7273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5727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989320" y="20756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23960" y="1508760"/>
            <a:ext cx="2606040" cy="1005840"/>
          </a:xfrm>
          <a:prstGeom prst="rect">
            <a:avLst>
              <a:gd name="adj" fmla="val 7273"/>
            </a:avLst>
          </a:prstGeom>
          <a:solidFill>
            <a:srgbClr val="FEF3C7"/>
          </a:solidFill>
          <a:ln w="19050">
            <a:solidFill>
              <a:srgbClr val="A1620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15727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3.25 Cr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823960" y="20756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2633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999232"/>
            <a:ext cx="7132320" cy="493776"/>
          </a:xfrm>
          <a:prstGeom prst="rect">
            <a:avLst>
              <a:gd name="adj" fmla="val 9259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6324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NH-37 Extension — Furkating to Mariani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273552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Jorhat, Assam | Rs 2.40 Cr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20640" y="3108960"/>
            <a:ext cx="1097280" cy="274320"/>
          </a:xfrm>
          <a:prstGeom prst="rect">
            <a:avLst>
              <a:gd name="adj" fmla="val 13333"/>
            </a:avLst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566160"/>
            <a:ext cx="7132320" cy="493776"/>
          </a:xfrm>
          <a:prstGeom prst="rect">
            <a:avLst>
              <a:gd name="adj" fmla="val 9259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301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Manipur University Hostel Block-C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Imphal, Manipur | Rs 85 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20640" y="3675888"/>
            <a:ext cx="1097280" cy="274320"/>
          </a:xfrm>
          <a:prstGeom prst="rect">
            <a:avLst>
              <a:gd name="adj" fmla="val 13333"/>
            </a:avLst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675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133088"/>
            <a:ext cx="7132320" cy="493776"/>
          </a:xfrm>
          <a:prstGeom prst="rect">
            <a:avLst>
              <a:gd name="adj" fmla="val 9259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9709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Laitumkhrah Commercial Hub Phase 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40740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Shillong, Meghalaya | Rs 4.50 Cr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20640" y="4242816"/>
            <a:ext cx="1097280" cy="274320"/>
          </a:xfrm>
          <a:prstGeom prst="rect">
            <a:avLst>
              <a:gd name="adj" fmla="val 13333"/>
            </a:avLst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4242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2633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80960" y="2999232"/>
            <a:ext cx="3840480" cy="493776"/>
          </a:xfrm>
          <a:prstGeom prst="rect">
            <a:avLst>
              <a:gd name="adj" fmla="val 11111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2999232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Site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680960" y="3566160"/>
            <a:ext cx="3840480" cy="493776"/>
          </a:xfrm>
          <a:prstGeom prst="rect">
            <a:avLst>
              <a:gd name="adj" fmla="val 11111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3566160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680960" y="4133088"/>
            <a:ext cx="3840480" cy="493776"/>
          </a:xfrm>
          <a:prstGeom prst="rect">
            <a:avLst>
              <a:gd name="adj" fmla="val 11111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4133088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680960" y="4700016"/>
            <a:ext cx="3840480" cy="493776"/>
          </a:xfrm>
          <a:prstGeom prst="rect">
            <a:avLst>
              <a:gd name="adj" fmla="val 11111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4700016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Manager Dashboard — Pranab Gogoi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NH-37 (Jorhat) and Manipur Hostel — cannot see Laitumkhrah (not assigned)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5394960" cy="3108960"/>
          </a:xfrm>
          <a:prstGeom prst="rect">
            <a:avLst>
              <a:gd name="adj" fmla="val 2353"/>
            </a:avLst>
          </a:prstGeom>
          <a:solidFill>
            <a:srgbClr val="FEF3C7"/>
          </a:solidFill>
          <a:ln w="19050">
            <a:solidFill>
              <a:srgbClr val="A162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184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Sites (RLS restricted)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02536"/>
            <a:ext cx="5120640" cy="2505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NH-37 Extension — Furkating to Mariani (Active)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Manipur University Hostel Block-C (Active)</a:t>
            </a:r>
            <a:endParaRPr lang="en-US" sz="1050" dirty="0"/>
          </a:p>
          <a:p>
            <a:pPr>
              <a:spcAft>
                <a:spcPts val="300"/>
              </a:spcAft>
            </a:pP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Laitumkhrah Hub — NOT visible (not assigned)</a:t>
            </a:r>
            <a:endParaRPr lang="en-US" sz="1050" dirty="0"/>
          </a:p>
          <a:p>
            <a:pPr>
              <a:spcAft>
                <a:spcPts val="300"/>
              </a:spcAft>
            </a:pP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ensures site_manager only sees sites where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a record in site_assignments table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9320" y="1508760"/>
            <a:ext cx="5577840" cy="1417320"/>
          </a:xfrm>
          <a:prstGeom prst="rect">
            <a:avLst>
              <a:gd name="adj" fmla="val 5161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2002536"/>
            <a:ext cx="53035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add workers on assigned sites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worker status (active / inactive)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workers from unassigned sites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9320" y="3063240"/>
            <a:ext cx="5577840" cy="1554480"/>
          </a:xfrm>
          <a:prstGeom prst="rect">
            <a:avLst>
              <a:gd name="adj" fmla="val 4706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1729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3557016"/>
            <a:ext cx="5303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progress logs for assigned sites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logs filed by supervisors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delete logs on their own sites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4736592"/>
            <a:ext cx="11247120" cy="457200"/>
          </a:xfrm>
          <a:prstGeom prst="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73659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Sites  Workers  Materials  Logs  |  Cannot: Other tenants  Unassigned sites  Team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Dashboard — Merina Devi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daily construction logs for NH-37 site (Jorhat, Assam)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5577840" cy="1463040"/>
          </a:xfrm>
          <a:prstGeom prst="rect">
            <a:avLst>
              <a:gd name="adj" fmla="val 5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Log Status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02536"/>
            <a:ext cx="53035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log filed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present: 8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 inspection with PWD engineer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samples taken at Ch. 2+600, 2+800, 3+000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508760"/>
            <a:ext cx="5440680" cy="1463040"/>
          </a:xfrm>
          <a:prstGeom prst="rect">
            <a:avLst>
              <a:gd name="adj" fmla="val 5000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618488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Logs (last 7 days)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2002536"/>
            <a:ext cx="5166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-1: Seal coat BC laid, 10 workers present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-2: Drain pipe laying, health incident noted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-3: Bituminous prime coat applied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-4: Bridge abutment RCC work completed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154680"/>
            <a:ext cx="5577840" cy="1645920"/>
          </a:xfrm>
          <a:prstGeom prst="rect">
            <a:avLst>
              <a:gd name="adj" fmla="val 4444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6440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a Daily Log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648456"/>
            <a:ext cx="53035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site  =&gt;  Select date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workers present count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work done in detail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any issues or incidents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weather  =&gt;  Submit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3154680"/>
            <a:ext cx="5440680" cy="1645920"/>
          </a:xfrm>
          <a:prstGeom prst="rect">
            <a:avLst>
              <a:gd name="adj" fmla="val 4444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264408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Cannot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648456"/>
            <a:ext cx="516636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sites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materials or inventory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team members to sites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other tenants data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unassigned sites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Keeper Dashboard — Biplab Das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inventory across all 3 BuildNE sites — assigned to NH-37, Manipur Hostel, and Laitumkhrah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06040" cy="914400"/>
          </a:xfrm>
          <a:prstGeom prst="rect">
            <a:avLst>
              <a:gd name="adj" fmla="val 8000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0299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Items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508760"/>
            <a:ext cx="2606040" cy="914400"/>
          </a:xfrm>
          <a:prstGeom prst="rect">
            <a:avLst>
              <a:gd name="adj" fmla="val 8000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54680" y="20299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1508760"/>
            <a:ext cx="2606040" cy="914400"/>
          </a:xfrm>
          <a:prstGeom prst="rect">
            <a:avLst>
              <a:gd name="adj" fmla="val 8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989320" y="20299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Covered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23960" y="1508760"/>
            <a:ext cx="2606040" cy="914400"/>
          </a:xfrm>
          <a:prstGeom prst="rect">
            <a:avLst>
              <a:gd name="adj" fmla="val 8000"/>
            </a:avLst>
          </a:prstGeom>
          <a:solidFill>
            <a:srgbClr val="FEF3C7"/>
          </a:solidFill>
          <a:ln w="19050">
            <a:solidFill>
              <a:srgbClr val="A1620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68 L+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823960" y="20299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578608"/>
            <a:ext cx="11247120" cy="457200"/>
          </a:xfrm>
          <a:prstGeom prst="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5786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items below reorder level at Laitumkhrah — procurement needed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31821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31821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0" y="31821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63840" y="31821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At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92640" y="31821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520440"/>
            <a:ext cx="11247120" cy="475488"/>
          </a:xfrm>
          <a:prstGeom prst="rect">
            <a:avLst>
              <a:gd name="adj" fmla="val 7692"/>
            </a:avLst>
          </a:prstGeom>
          <a:solidFill>
            <a:srgbClr val="FEE2E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30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53 Grade Cement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3630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Laitumkhrah Hub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3630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bags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3630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bags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92640" y="3611880"/>
            <a:ext cx="1371600" cy="274320"/>
          </a:xfrm>
          <a:prstGeom prst="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969264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069080"/>
            <a:ext cx="11247120" cy="475488"/>
          </a:xfrm>
          <a:prstGeom prst="rect">
            <a:avLst>
              <a:gd name="adj" fmla="val 7692"/>
            </a:avLst>
          </a:prstGeom>
          <a:solidFill>
            <a:srgbClr val="FEE2E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178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Sand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91840" y="4178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Laitumkhrah Hub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4178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cu 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63840" y="4178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 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692640" y="4160520"/>
            <a:ext cx="1371600" cy="274320"/>
          </a:xfrm>
          <a:prstGeom prst="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969264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supervisors and site managers record site progress every 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194560" cy="2560320"/>
          </a:xfrm>
          <a:prstGeom prst="rect">
            <a:avLst>
              <a:gd name="adj" fmla="val 3333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27632"/>
            <a:ext cx="868680" cy="8686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27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Daily Logs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=&gt; Logs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site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2816352"/>
            <a:ext cx="1097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670048" y="1508760"/>
            <a:ext cx="2194560" cy="2560320"/>
          </a:xfrm>
          <a:prstGeom prst="rect">
            <a:avLst>
              <a:gd name="adj" fmla="val 3333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8416" y="1627632"/>
            <a:ext cx="868680" cy="86868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3328416" y="1627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61488" y="2606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Log 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61488" y="301752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workers present,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description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10328" y="2816352"/>
            <a:ext cx="1097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065776" y="1508760"/>
            <a:ext cx="2194560" cy="2560320"/>
          </a:xfrm>
          <a:prstGeom prst="rect">
            <a:avLst>
              <a:gd name="adj" fmla="val 3333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24144" y="1627632"/>
            <a:ext cx="868680" cy="8686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724144" y="1627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57216" y="2606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Issues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57216" y="301752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incidents, delays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material shortages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06056" y="2816352"/>
            <a:ext cx="1097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7461504" y="1508760"/>
            <a:ext cx="2194560" cy="2560320"/>
          </a:xfrm>
          <a:prstGeom prst="rect">
            <a:avLst>
              <a:gd name="adj" fmla="val 3333"/>
            </a:avLst>
          </a:prstGeom>
          <a:solidFill>
            <a:srgbClr val="F1F5F9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1627632"/>
            <a:ext cx="868680" cy="86868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6" name="Text 24"/>
          <p:cNvSpPr/>
          <p:nvPr/>
        </p:nvSpPr>
        <p:spPr>
          <a:xfrm>
            <a:off x="8119872" y="1627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552944" y="2606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Weather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52944" y="301752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/ Cloudy / Rainy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Foggy / Stormy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701784" y="2816352"/>
            <a:ext cx="1097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9857232" y="1508760"/>
            <a:ext cx="2194560" cy="2560320"/>
          </a:xfrm>
          <a:prstGeom prst="rect">
            <a:avLst>
              <a:gd name="adj" fmla="val 3333"/>
            </a:avLst>
          </a:prstGeom>
          <a:solidFill>
            <a:srgbClr val="FEF3C7"/>
          </a:solidFill>
          <a:ln w="19050">
            <a:solidFill>
              <a:srgbClr val="A1620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0" y="1627632"/>
            <a:ext cx="868680" cy="868680"/>
          </a:xfrm>
          <a:prstGeom prst="ellipse">
            <a:avLst/>
          </a:prstGeom>
          <a:solidFill>
            <a:srgbClr val="A16207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0" y="1627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948672" y="2606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Log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948672" y="301752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Supabase,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contractor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4206240"/>
            <a:ext cx="11247120" cy="868680"/>
          </a:xfrm>
          <a:prstGeom prst="rect">
            <a:avLst>
              <a:gd name="adj" fmla="val 736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611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Log — NH-37, Today: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452628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check inspection with PWD engineer. Core samples taken at Ch. 2+600, 2+800, 3+000. Reinstatement of service road near Furkating junction — 120 m length. Issue: minor surface irregularity at Ch. 2+750 flagged for patch work."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43200" cy="3291840"/>
          </a:xfrm>
          <a:prstGeom prst="rect">
            <a:avLst>
              <a:gd name="adj" fmla="val 2667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2743200" cy="502920"/>
          </a:xfrm>
          <a:prstGeom prst="rect">
            <a:avLst>
              <a:gd name="adj" fmla="val 14545"/>
            </a:avLst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SPA, runs on port 3000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(sky) + earth (amber) palette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58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global stores (auth, site, worker...)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3342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085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Role-guarded nested routes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463040"/>
            <a:ext cx="2743200" cy="3291840"/>
          </a:xfrm>
          <a:prstGeom prst="rect">
            <a:avLst>
              <a:gd name="adj" fmla="val 2667"/>
            </a:avLst>
          </a:prstGeom>
          <a:solidFill>
            <a:srgbClr val="FEF3C7"/>
          </a:solidFill>
          <a:ln w="19050">
            <a:solidFill>
              <a:srgbClr val="A1620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463040"/>
            <a:ext cx="2743200" cy="502920"/>
          </a:xfrm>
          <a:prstGeom prst="rect">
            <a:avLst>
              <a:gd name="adj" fmla="val 14545"/>
            </a:avLst>
          </a:prstGeom>
          <a:solidFill>
            <a:srgbClr val="A16207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463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authentication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schema with RLS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584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858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policies, my_role() + my_tenant_id()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43342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PostgREST 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46085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REST from schema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1463040"/>
            <a:ext cx="2743200" cy="3291840"/>
          </a:xfrm>
          <a:prstGeom prst="rect">
            <a:avLst>
              <a:gd name="adj" fmla="val 2667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1463040"/>
            <a:ext cx="2743200" cy="502920"/>
          </a:xfrm>
          <a:prstGeom prst="rect">
            <a:avLst>
              <a:gd name="adj" fmla="val 14545"/>
            </a:avLst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1463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936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Policies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policies across 7 tables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RoleGuard Component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route-level guard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584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DEFINER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3858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my_role() bypasses RLS safely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43342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site_assignments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46085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per-site access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98280" y="1463040"/>
            <a:ext cx="2743200" cy="3291840"/>
          </a:xfrm>
          <a:prstGeom prst="rect">
            <a:avLst>
              <a:gd name="adj" fmla="val 266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98280" y="1463040"/>
            <a:ext cx="2743200" cy="502920"/>
          </a:xfrm>
          <a:prstGeom prst="rect">
            <a:avLst>
              <a:gd name="adj" fmla="val 14545"/>
            </a:avLst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9098280" y="1463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23544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demo users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3544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role, real NE India names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23544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 India sites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23544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locations, INR budgets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235440" y="3584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workers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235440" y="3858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NE trades + wages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235440" y="43342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materials + 10 logs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235440" y="46085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construction data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Accounts — Try It Now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accounts belong to BuildNE Infrastructure Pvt. Ltd. (except Karun — platform superadmin)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27048"/>
            <a:ext cx="11247120" cy="594360"/>
          </a:xfrm>
          <a:prstGeom prst="rect">
            <a:avLst>
              <a:gd name="adj" fmla="val 9231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618488"/>
            <a:ext cx="1371600" cy="384048"/>
          </a:xfrm>
          <a:prstGeom prst="rect">
            <a:avLst>
              <a:gd name="adj" fmla="val 11905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6184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74520" y="15910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karun@consne.in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18470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Karun@SuperAdmin1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83480" y="1636776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tenants, platform KPIs, every site across the platform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11247120" cy="594360"/>
          </a:xfrm>
          <a:prstGeom prst="rect">
            <a:avLst>
              <a:gd name="adj" fmla="val 9231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304288"/>
            <a:ext cx="1371600" cy="384048"/>
          </a:xfrm>
          <a:prstGeom prst="rect">
            <a:avLst>
              <a:gd name="adj" fmla="val 11905"/>
            </a:avLst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74520" y="22768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rajiv@buildne.in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25328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BuildNE@2024!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83480" y="2322576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sites, full budget view, team management, all reports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11247120" cy="594360"/>
          </a:xfrm>
          <a:prstGeom prst="rect">
            <a:avLst>
              <a:gd name="adj" fmla="val 9231"/>
            </a:avLst>
          </a:prstGeom>
          <a:solidFill>
            <a:srgbClr val="FEF3C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990088"/>
            <a:ext cx="1371600" cy="384048"/>
          </a:xfrm>
          <a:prstGeom prst="rect">
            <a:avLst>
              <a:gd name="adj" fmla="val 11905"/>
            </a:avLst>
          </a:prstGeom>
          <a:solidFill>
            <a:srgbClr val="A16207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29900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Manager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74520" y="29626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pranab@buildne.in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32186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BuildNE@2024!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3008376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NH-37 + Manipur Hostel only (Laitumkhrah hidden by RLS)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584448"/>
            <a:ext cx="11247120" cy="594360"/>
          </a:xfrm>
          <a:prstGeom prst="rect">
            <a:avLst>
              <a:gd name="adj" fmla="val 923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675888"/>
            <a:ext cx="1371600" cy="384048"/>
          </a:xfrm>
          <a:prstGeom prst="rect">
            <a:avLst>
              <a:gd name="adj" fmla="val 11905"/>
            </a:avLst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36758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74520" y="36484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merina@buildne.in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74520" y="39044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BuildNE@2024!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83480" y="3694176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NH-37 only — daily logs, workers — no materials access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4270248"/>
            <a:ext cx="11247120" cy="594360"/>
          </a:xfrm>
          <a:prstGeom prst="rect">
            <a:avLst>
              <a:gd name="adj" fmla="val 923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4361688"/>
            <a:ext cx="1371600" cy="384048"/>
          </a:xfrm>
          <a:prstGeom prst="rect">
            <a:avLst>
              <a:gd name="adj" fmla="val 11905"/>
            </a:avLst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4361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Keeper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874520" y="43342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biplab@buildne.in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74520" y="45902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BuildNE@2024!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83480" y="4379976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sites inventory, 2 low-stock alerts (Shillong site)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5074920"/>
            <a:ext cx="11247120" cy="457200"/>
          </a:xfrm>
          <a:prstGeom prst="rect">
            <a:avLst>
              <a:gd name="adj" fmla="val 14000"/>
            </a:avLst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  |  Start with: npm run dev  |  All data live from Supabase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ConsNE — Construction Site Management Platform</dc:title>
  <dc:subject>PptxGenJS Presentation</dc:subject>
  <dc:creator>PptxGenJS</dc:creator>
  <cp:lastModifiedBy>PptxGenJS</cp:lastModifiedBy>
  <cp:revision>1</cp:revision>
  <dcterms:created xsi:type="dcterms:W3CDTF">2026-03-18T10:18:32Z</dcterms:created>
  <dcterms:modified xsi:type="dcterms:W3CDTF">2026-03-18T10:18:32Z</dcterms:modified>
</cp:coreProperties>
</file>