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"/>
            <a:ext cx="5143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4119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sites.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your phone.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44119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site-operations app built for contractors in Northeast India.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4411980" cy="3383280"/>
          </a:xfrm>
          <a:prstGeom prst="roundRect">
            <a:avLst>
              <a:gd name="adj" fmla="val 486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86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450799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507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453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727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labour on site, even offline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514807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50932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53675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transfers and ledger — clean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78815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788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57332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LOGS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6007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with date-time stamp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6428232"/>
            <a:ext cx="384048" cy="384048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28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6373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6647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down the chain. Track delays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7360920"/>
            <a:ext cx="44119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7360920"/>
            <a:ext cx="44119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free at  storeyinfra.com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8366760"/>
            <a:ext cx="4411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 ·  +91 98640 66898  ·  WhatsApp us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4128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8915400"/>
            <a:ext cx="73152" cy="7315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StoreyInfra — WhatsApp ad</dc:title>
  <dc:subject>PptxGenJS Presentation</dc:subject>
  <dc:creator>PptxGenJS</dc:creator>
  <cp:lastModifiedBy>PptxGenJS</cp:lastModifiedBy>
  <cp:revision>1</cp:revision>
  <dcterms:created xsi:type="dcterms:W3CDTF">2026-05-20T02:21:37Z</dcterms:created>
  <dcterms:modified xsi:type="dcterms:W3CDTF">2026-05-20T02:21:37Z</dcterms:modified>
</cp:coreProperties>
</file>